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Student Stress Detector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Artificial Intelligence-Based Student Stress Detection System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C. Spoorthi | AIML - B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709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33360" y="139590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22606" y="1458813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Growing Concern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822606" y="1851223"/>
            <a:ext cx="5707614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stress is a growing concern in academic environments.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249435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22606" y="2557264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Pressures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22606" y="2949674"/>
            <a:ext cx="570761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pressure, exams, assignments, deadlines, and personal issues can affect students' mental well-being.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388123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22606" y="3944144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Identification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22606" y="4336554"/>
            <a:ext cx="570761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identification of stress can help students take appropriate action.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3360" y="526811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2606" y="5331023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Solution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822606" y="5723434"/>
            <a:ext cx="570761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project uses Artificial Intelligence (AI) to identify the stress level of students through a simple and accessible assessment system.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8415"/>
            <a:ext cx="6903269" cy="46010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009848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380159"/>
            <a:ext cx="3504219" cy="359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may experience stress without recognizing its severity.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methods of identifying stress can be time-consuming.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may hesitate to discuss their mental health with others.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need for a quick and user-friendly stress assessment system.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aims to use AI to analyze student responses and predict their stress level.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04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6917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96453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 the System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37321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develop an AI-based student stress detection system.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769170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196453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Stress Levels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37321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identify whether a student is experiencing different levels of stress.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362424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55778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Web-Based Access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3966468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provide quick results through a web-based application.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362424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55778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Ease of Use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3966468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make the system simple and easy to use.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65326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832" y="484862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Raise Awareness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6832" y="5257304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encourage students to become more aware of their mental well-being.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653260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5658" y="4848622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Encourage Support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85658" y="5257304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provide an initial indication that can encourage appropriate support when needed.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14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3612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How the system works: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908274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89779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 Stress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89779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Analysis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89779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 Input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Answer Questions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89779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 App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049367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Platform: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Streamlit Web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1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Technologies Used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420614"/>
            <a:ext cx="2544004" cy="1019870"/>
          </a:xfrm>
          <a:prstGeom prst="roundRect">
            <a:avLst>
              <a:gd name="adj" fmla="val 681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5819" y="1604963"/>
            <a:ext cx="21753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819" y="2008088"/>
            <a:ext cx="217531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50137" y="1420614"/>
            <a:ext cx="2544004" cy="1019870"/>
          </a:xfrm>
          <a:prstGeom prst="roundRect">
            <a:avLst>
              <a:gd name="adj" fmla="val 681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4480" y="1604963"/>
            <a:ext cx="21753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/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34480" y="2008088"/>
            <a:ext cx="217531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Stress prediction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2585145"/>
            <a:ext cx="2544004" cy="1019870"/>
          </a:xfrm>
          <a:prstGeom prst="roundRect">
            <a:avLst>
              <a:gd name="adj" fmla="val 681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19" y="2769493"/>
            <a:ext cx="21753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19" y="3172619"/>
            <a:ext cx="217531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application 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0137" y="2585145"/>
            <a:ext cx="2544004" cy="1019870"/>
          </a:xfrm>
          <a:prstGeom prst="roundRect">
            <a:avLst>
              <a:gd name="adj" fmla="val 681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4480" y="2769493"/>
            <a:ext cx="21753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Pandas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4480" y="3172619"/>
            <a:ext cx="217531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3749675"/>
            <a:ext cx="2544004" cy="1267916"/>
          </a:xfrm>
          <a:prstGeom prst="roundRect">
            <a:avLst>
              <a:gd name="adj" fmla="val 547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19" y="3934023"/>
            <a:ext cx="21753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NumPy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19" y="4337149"/>
            <a:ext cx="217531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Numerical operations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50137" y="3749675"/>
            <a:ext cx="2544004" cy="1267916"/>
          </a:xfrm>
          <a:prstGeom prst="roundRect">
            <a:avLst>
              <a:gd name="adj" fmla="val 547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4480" y="3934023"/>
            <a:ext cx="21753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34480" y="4337149"/>
            <a:ext cx="217531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and model development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3904" y="140255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Flow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904" y="1823740"/>
            <a:ext cx="826868" cy="99228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75430" y="1989038"/>
            <a:ext cx="42611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Input</a:t>
            </a:r>
            <a:endParaRPr lang="en-US" sz="16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904" y="2816027"/>
            <a:ext cx="826868" cy="99228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75430" y="2981325"/>
            <a:ext cx="42611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Processing</a:t>
            </a:r>
            <a:endParaRPr lang="en-US" sz="16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3808313"/>
            <a:ext cx="826868" cy="99228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75430" y="3973612"/>
            <a:ext cx="42611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AI/ML Model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904" y="4800600"/>
            <a:ext cx="826868" cy="99228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75430" y="4965898"/>
            <a:ext cx="42611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Stress Prediction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303904" y="5955605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Result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displayed to the student via the web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447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 of the Application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18916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2118916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&amp; User-Friendly Interface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2527598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Web-based application accessible through any web browser.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08040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20804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AI/ML-Based Prediction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3616722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stress assessment powered by machine learning for fast result generation.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599583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4599583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Easy-to-Understand Output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5008265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results that help create awareness about student stress levels.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97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 &amp; Future Scope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423914"/>
            <a:ext cx="5476043" cy="2884289"/>
          </a:xfrm>
          <a:prstGeom prst="roundRect">
            <a:avLst>
              <a:gd name="adj" fmla="val 471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61292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097213"/>
            <a:ext cx="509802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and convenient assessment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the time required for initial screening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access through a web browser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students become aware of their stress levels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early identification of potential stress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6129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097213"/>
            <a:ext cx="5203794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prediction accuracy with larger datasets.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personalized recommendations.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additional student well-being factors.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mobile application.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dashboards for authorized counselors or institutions.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improve the model using validated data.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262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00398"/>
            <a:ext cx="6296860" cy="328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Student Stress Detector demonstrates how Artificial Intelligence can be applied to student well-being.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provides a simple way to assess and identify potential stress levels.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can help promote awareness and encourage students to seek appropriate support.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AI-based tools can complement, but should not replace, professional mental-health assessment.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further development, the system can become more accurate, personalized, and useful for educational institutions.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516821" y="5314156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help identify the problem early — awareness is the first step toward support.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5101530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256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99805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Answers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Student Stress Detector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C. Spoorthi | AIML - B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2026-10-06T04:36:20Z</dcterms:created>
  <dcterms:modified xsi:type="dcterms:W3CDTF">2026-10-06T04:36:20Z</dcterms:modified>
</cp:coreProperties>
</file>